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85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98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37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8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72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17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0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825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0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1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4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312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8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80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165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67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90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098CE7C-B30F-4F7C-B28C-F60B7BD96E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567A0A3-6F6C-4379-89B1-B2AD240A6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9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DC3F-3A79-9FB5-619A-50A0AA1FD1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Microsoft 365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75AEA-1765-7CDA-A517-3406414B5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42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3DA6E-A267-64D9-E825-6A2D4899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E22B4-22F2-5717-93BC-67BB86F6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Productivity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F95CA-33E6-D2F3-EA96-B9F06B054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1158" y="2462489"/>
            <a:ext cx="8037564" cy="33189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4000" dirty="0"/>
              <a:t> Word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4000" dirty="0"/>
              <a:t> Excel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4000" dirty="0"/>
              <a:t> PowerPoint</a:t>
            </a:r>
          </a:p>
        </p:txBody>
      </p:sp>
      <p:pic>
        <p:nvPicPr>
          <p:cNvPr id="13" name="Graphic 12" descr="Projector screen with solid fill">
            <a:extLst>
              <a:ext uri="{FF2B5EF4-FFF2-40B4-BE49-F238E27FC236}">
                <a16:creationId xmlns:a16="http://schemas.microsoft.com/office/drawing/2014/main" id="{3AEF61B3-AD65-DEA2-D27B-4717EC58A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6758" y="4793744"/>
            <a:ext cx="914400" cy="914400"/>
          </a:xfrm>
          <a:prstGeom prst="rect">
            <a:avLst/>
          </a:prstGeom>
        </p:spPr>
      </p:pic>
      <p:pic>
        <p:nvPicPr>
          <p:cNvPr id="15" name="Graphic 14" descr="Table with solid fill">
            <a:extLst>
              <a:ext uri="{FF2B5EF4-FFF2-40B4-BE49-F238E27FC236}">
                <a16:creationId xmlns:a16="http://schemas.microsoft.com/office/drawing/2014/main" id="{3AC93F4D-9392-2CA7-B6C1-897AF755C2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6758" y="3664757"/>
            <a:ext cx="914400" cy="914400"/>
          </a:xfrm>
          <a:prstGeom prst="rect">
            <a:avLst/>
          </a:prstGeom>
        </p:spPr>
      </p:pic>
      <p:pic>
        <p:nvPicPr>
          <p:cNvPr id="17" name="Graphic 16" descr="Document with solid fill">
            <a:extLst>
              <a:ext uri="{FF2B5EF4-FFF2-40B4-BE49-F238E27FC236}">
                <a16:creationId xmlns:a16="http://schemas.microsoft.com/office/drawing/2014/main" id="{3FEED339-1484-3EAB-DEF0-9079F4691F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6758" y="260175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20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C544-8E6E-0582-F80D-FE07544A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855AF-5035-9557-A1FE-821C3F18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Collaboration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6CFB7-1E17-F29C-6C96-95CE8F0F6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543" y="2458609"/>
            <a:ext cx="8037564" cy="33189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4000" dirty="0"/>
              <a:t> Teams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4000" dirty="0"/>
              <a:t> SharePoint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4000" dirty="0"/>
              <a:t> Visio</a:t>
            </a:r>
          </a:p>
        </p:txBody>
      </p:sp>
      <p:pic>
        <p:nvPicPr>
          <p:cNvPr id="7" name="Graphic 6" descr="Decision chart with solid fill">
            <a:extLst>
              <a:ext uri="{FF2B5EF4-FFF2-40B4-BE49-F238E27FC236}">
                <a16:creationId xmlns:a16="http://schemas.microsoft.com/office/drawing/2014/main" id="{26CB58DA-A27B-1224-23FA-7EE0A09DD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6143" y="4767429"/>
            <a:ext cx="914400" cy="914400"/>
          </a:xfrm>
          <a:prstGeom prst="rect">
            <a:avLst/>
          </a:prstGeom>
        </p:spPr>
      </p:pic>
      <p:pic>
        <p:nvPicPr>
          <p:cNvPr id="9" name="Graphic 8" descr="Network with solid fill">
            <a:extLst>
              <a:ext uri="{FF2B5EF4-FFF2-40B4-BE49-F238E27FC236}">
                <a16:creationId xmlns:a16="http://schemas.microsoft.com/office/drawing/2014/main" id="{85EE3905-F370-04C3-6403-A99156F7E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56143" y="3683480"/>
            <a:ext cx="914400" cy="914400"/>
          </a:xfrm>
          <a:prstGeom prst="rect">
            <a:avLst/>
          </a:prstGeom>
        </p:spPr>
      </p:pic>
      <p:pic>
        <p:nvPicPr>
          <p:cNvPr id="11" name="Graphic 10" descr="Users with solid fill">
            <a:extLst>
              <a:ext uri="{FF2B5EF4-FFF2-40B4-BE49-F238E27FC236}">
                <a16:creationId xmlns:a16="http://schemas.microsoft.com/office/drawing/2014/main" id="{C308DBA7-1BB0-7EA7-7E7F-6805A5C477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56143" y="25995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995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</TotalTime>
  <Words>19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Garamond</vt:lpstr>
      <vt:lpstr>Organic</vt:lpstr>
      <vt:lpstr>Microsoft 365 Tools</vt:lpstr>
      <vt:lpstr>Productivity Tools</vt:lpstr>
      <vt:lpstr>Collaboration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Legarreta, Juan P</dc:creator>
  <cp:lastModifiedBy>De Legarreta, Juan P</cp:lastModifiedBy>
  <cp:revision>1</cp:revision>
  <dcterms:created xsi:type="dcterms:W3CDTF">2026-02-03T23:44:19Z</dcterms:created>
  <dcterms:modified xsi:type="dcterms:W3CDTF">2026-02-03T23:55:34Z</dcterms:modified>
</cp:coreProperties>
</file>